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让学生动手折纸，体会平均分。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认识分数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三年级数学 第七单元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什么是几分之一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把一个物体平均分成几份，每份是它的几分之一。</a:t>
            </a:r>
          </a:p>
          <a:p>
            <a:r>
              <a:t>分数线上面是分子，下面是分母。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练一练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一个蛋糕平均分成4份，每份是这个蛋糕的几分之几？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